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9281-E30C-8810-FA1F-ED2154DDC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EF8BE-5401-7667-08CA-D3A74BF81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EA3FE-C3F7-5A4E-CF19-1BD3A40F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B3342-87ED-1B3E-3646-E519B92C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DAAA-7683-0EDC-489E-3FA69142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4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04F4-FF0F-73F6-1AD7-FA05F81E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A7361-543A-4B9A-9CAF-D9AEC26A8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CA0F2-A3B5-6B6F-5A37-4630DB543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9DCC5-18BD-81A6-DEA1-F0BF5044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0EFCC-41EB-4A8B-0963-5338C3E50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8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36E8-3991-66DB-23AD-1BC93B7F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98D8B-2A14-C456-B61D-8AEA6DEC3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32AA7-A95F-8820-E9B5-93D0B45A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9A0D7-6F79-BDB2-CAE4-F4D8214BE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F0255-29AE-BC5B-9FC2-BAF84092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7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8C20-333F-F463-887C-739D26BE6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C6F9-BF0C-48B6-0202-9BBC41B21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93645-1C9A-D36A-456F-E0F051CA2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0BFF-D78C-0BD5-F4F3-4B69091A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D4CE7-368D-02E9-FA91-3B8FF68B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EA236-22A6-A0AD-7AE2-6BB36300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6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E3FF-81C5-2A0A-3040-048DEF837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AA50A-1EC9-B794-BD3C-E0B0CEE53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BDDE1-0912-14A8-13F9-7856A0ECB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A30E9-D00E-2FA5-82DF-32718D935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C50D2-7BBF-AF37-0B7A-2D4ACF214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493DB-8986-568A-937B-023AB265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E6D24-A075-4A00-EDA4-CA16AFC7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1B84B-A91B-4226-4C16-158C1FF1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2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58D3-246B-539A-FC02-0A7DBA42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A9C33-1DD0-60EB-EBD8-FBEB324E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9FC6-FAD7-8296-CF8D-599583AE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0C143-1200-525C-C5FD-32ACDE29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9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03EE8-0323-F587-6724-D68A7AE0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0B734-8E1D-97D2-6767-7C4A6841B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156FF-469E-9063-80A3-DBBCF8E7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09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103C-02BC-071F-4C70-12EA7A80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03BB-7A0B-EFD6-BB8B-B0D12CAA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3B3E7-AD04-5278-A16C-A3690A5B7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E79BA-2B31-814F-059D-EBB834C7D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1A1D0-EB82-9E4D-C8E1-58244CC3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023B9-5BA4-6ECC-8C52-31626DCA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7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AC73-B9E7-562C-C27C-04580CFC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BD16C4-976C-FE0D-F2DB-6A6C6F45E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9EA22-EEEA-E679-EFEA-691C1ADED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35075-84D8-8D4C-FC1B-637F4E34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8AD7-5067-ED9C-1DA4-8FF88E39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1DAF1-E563-746D-C90F-51F67D11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3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E024-A5FC-D8A3-8751-38D2456A5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C04A9-E255-58F6-FBFA-7374777C6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7EE82-A18B-E5A9-4129-569D2561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1B40F-F50E-9D4C-2627-268AE6E2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1BCF5-114E-B43B-6984-31D91556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1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5DD0C-2BB0-438C-FFA6-21339AE16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EBE49-3D1B-DB2E-80A8-26DA0DB01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4D732-5F7E-D0A0-FB81-8613F843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E7408-7F0B-9813-598C-22096C8B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D3282-5C39-4F21-3129-F36A99BB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9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AB4FB-0B55-89E2-D606-E43369F7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B3EA3-9C56-AFA2-5EE6-E25C9DDCC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40BF-2642-0138-795D-19DCF2819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92B51-A4B5-4CB5-8D64-26FA05FC270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96DB3-B6AA-471E-521F-AF3B4549D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47388-EF87-6DE6-CA23-4DC735E22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6DCA6-D29C-4682-AE96-0DF85EB21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29E3-7F32-B1A7-0FA8-FB0D80EEB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000 (Addition)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E09211-995E-BAF4-515D-9C9E4EE11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767" y="1825625"/>
            <a:ext cx="81704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2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5C98-6E33-9B54-C1CE-5B15F0F56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FDBA2-8AE6-5B2E-566D-7504588B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000 (Addition)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506F42-49CA-774F-47D9-EB20BB9ED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739" y="1825625"/>
            <a:ext cx="8194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55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1BAC-B5EA-C0E1-6452-DE02CE7CB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11B1-8740-C245-7466-E299C94A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000 (Addition)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AC80AC-E781-F3B8-6133-8A1860E87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024" y="1825625"/>
            <a:ext cx="81619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50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E97A-0096-47FD-CA94-26D3D66B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001 (Subtraction)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1178AB-3F54-262A-01F7-70ED2332B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641" y="1825625"/>
            <a:ext cx="82187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78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AD146-21ED-C81C-CEEC-A895A0E03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7263-BFF4-058B-47F6-7AE631BD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001 (Subtraction)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FEB42F-F943-A13A-1BDF-48EBF50B9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714" y="1825625"/>
            <a:ext cx="8202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2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BC415-D534-5C9D-6B0A-B9AE79F0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7001-CA3A-1574-E70D-6A3B190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010 (Multiplication)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583BED-0E9B-51E5-42F2-8835CA68E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739" y="1825625"/>
            <a:ext cx="8194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43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82EAB-6AF2-FDC3-4975-C697F690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4413-A007-76C6-4F90-12D1B788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010 (Multiplication)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233D43-DFBE-7672-B1BC-81B4DF53F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756" y="1825625"/>
            <a:ext cx="81864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7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242A-D1ED-2F66-4FDF-794A01DE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D8E0-9B79-A50C-D9B9-5CDD867F5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011 (Division)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195F40-A12F-682A-72E9-EF8D7687F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714" y="1825625"/>
            <a:ext cx="8202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3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12DC-FD62-9788-2E58-FC684E27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BDEB-5819-AC06-AD71-E6A91C54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011 (Division)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09213B-9307-C2C3-F2B9-9187576E0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714" y="1825625"/>
            <a:ext cx="8202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E210-D89A-5A27-EC4E-3A10BE33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8831-B1FB-E583-DF8C-0E37EEA4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100 (NAND)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E09D35-DF07-8A23-3C9C-3CD9E1569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739" y="1825625"/>
            <a:ext cx="8194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FE4A-637D-BF62-C059-7F783C72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7057-061F-FA1E-7A0C-AD149282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101 (NOT)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48F969-9B1B-0D93-8F18-DD5231FE8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756" y="1825625"/>
            <a:ext cx="81864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2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8D0BE-F4DD-1CD1-8F6A-60E7DA4B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B59B-2956-EFBC-DE6A-FF7C96E9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: 110 (Compare)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1CAFBF-41D7-1A92-8F99-CC64F2F45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641" y="1825625"/>
            <a:ext cx="82187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99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B2889-970E-4739-054D-E960E33D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8DCF-297C-C614-6596-0E19859E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Opcode: 111 (Average)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7894BA-5F4B-AC37-D490-497885965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714" y="1825625"/>
            <a:ext cx="8202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58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975B3-9A64-9033-2C7C-29D75953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84D4-046E-9903-1941-9447F8B2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20BA5B-23CC-7522-A825-A813B8776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651" y="2215107"/>
            <a:ext cx="9478698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07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79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Opcode: 000 (Addition)</vt:lpstr>
      <vt:lpstr>Opcode: 000 (Addition)</vt:lpstr>
      <vt:lpstr>Opcode: 000 (Addition)</vt:lpstr>
      <vt:lpstr>Opcode: 001 (Subtraction)</vt:lpstr>
      <vt:lpstr>Opcode: 001 (Subtraction)</vt:lpstr>
      <vt:lpstr>Opcode: 010 (Multiplication)</vt:lpstr>
      <vt:lpstr>Opcode: 010 (Multiplication)</vt:lpstr>
      <vt:lpstr>Opcode: 011 (Division)</vt:lpstr>
      <vt:lpstr>Opcode: 011 (Division)</vt:lpstr>
      <vt:lpstr>Opcode: 100 (NAND)</vt:lpstr>
      <vt:lpstr>Opcode: 101 (NOT)</vt:lpstr>
      <vt:lpstr>Opcode : 110 (Compare)</vt:lpstr>
      <vt:lpstr>Opcode: 111 (Average)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ANTHONI</dc:creator>
  <cp:lastModifiedBy>JASON ANTHONI</cp:lastModifiedBy>
  <cp:revision>1</cp:revision>
  <dcterms:created xsi:type="dcterms:W3CDTF">2025-11-03T14:13:57Z</dcterms:created>
  <dcterms:modified xsi:type="dcterms:W3CDTF">2025-11-03T14:55:02Z</dcterms:modified>
</cp:coreProperties>
</file>